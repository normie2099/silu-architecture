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One-line pitch: does a SiLU instruction actually pay off once you measure it with the iron law and Amdahl's law?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SiLU = x*sigmoid(x), used in YOLOv8. No hardware exp on a simple core, so software uses a library call. The question is architectural, not circuit-level.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Maps every concept to the experiment and the measured result. E1..E7 are the experiment IDs in the report and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Spagnolo, Perri, Corsonello, ISVLSI 2025. Q6.10 fixed point, constants 384 and 38. Max error and mean error over (-4,4).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hand-typed '1 cycle' in gem5 would disconnect synthesis from simulation. Now run_gem5.py computes latency from the Quartus delay and the clock. Multi-cycle: ceil(d/T). Pipelined: smallest N with d/N + 0.3 ns &lt;= T (0.3 ns is an assumption).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Table: one loop of 1024 inputs in [-4,4), 20 passes, 100 MHz, latency 1. The 10.8x headline was a loop number vs the weakest baseline. Only 2.4x/3.7x vs integer f4.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In-order: flat to latency 4 then one-for-one. OoO pipelined hides 16 cycles, unpipelined exposes all of it: structural hazard.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1 GHz in-order: 1.1x (12-stage) to 1.4x (9-cycle multi-cycle) vs integer f4. Above 123 MHz the FPGA delay is extrapolated.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 f4 is a compare chain. Sorted inputs are perfectly predictable. Shuffled: 0.41 mispredicts per activation, +3.4 cycles in-order, +5.4 OoO.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Alignment: OoO custom loop 1.0 to 4.0 cycles by alignment. Cache: table 21.0 -&gt; 28.5 in-order at 512 B; fine at 1 kB+.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57/57 SiLU modules replaced, 969 calls confirmed. COCO128, 128 images: relative comparison only, not a published mAP. 8.8% of inputs outside [-4,4].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YOLOv8n 4.37 GMAC, 13.9 M SiLU elements, 315 MACs per activation. Cycles/MAC from conv layer, cycles/activation from shuffled loop at 500 MHz. Estimate, not a simulation of YOLOv8n.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honest limits and future work (GPU/Vortex comparison).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Hardware–Software Co-Design of a Multiplier-Less SiLU Custom Instruction for RISC-V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34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In-order vs out-of-order in gem5, with YOLOv8n as the workload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Ayush Krishna · Vrinda Pandey · Tanvee Chintala · Chandni Srivastava · Eswar Sesha Sai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Engineering, Vellore Institute of Technology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instruction actually pay off?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SiLU(x) = x · σ(x)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an exponential and a division. On a simple RISC-V core that is a library call: about 114 instructions.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92608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“is the circuit small?” but: how do instruction count, CPI and clock change on in-order and out-of-order cores, and how much of a real network does it touch?</a:t>
            </a:r>
            <a:endParaRPr lang="en-US" sz="1600" dirty="0"/>
          </a:p>
        </p:txBody>
      </p:sp>
      <p:sp>
        <p:nvSpPr>
          <p:cNvPr id="6" name="concept card"/>
          <p:cNvSpPr/>
          <p:nvPr/>
        </p:nvSpPr>
        <p:spPr>
          <a:xfrm>
            <a:off x="4937760" y="1188720"/>
            <a:ext cx="3749040" cy="7315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law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120640" y="15819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IC × CPI × clock</a:t>
            </a:r>
            <a:endParaRPr lang="en-US" sz="1300" dirty="0"/>
          </a:p>
        </p:txBody>
      </p:sp>
      <p:sp>
        <p:nvSpPr>
          <p:cNvPr id="9" name="concept card"/>
          <p:cNvSpPr/>
          <p:nvPr/>
        </p:nvSpPr>
        <p:spPr>
          <a:xfrm>
            <a:off x="4937760" y="2057400"/>
            <a:ext cx="3749040" cy="7315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20640" y="2148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Amdahl's law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120640" y="24505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by the activation share</a:t>
            </a:r>
            <a:endParaRPr lang="en-US" sz="1300" dirty="0"/>
          </a:p>
        </p:txBody>
      </p:sp>
      <p:sp>
        <p:nvSpPr>
          <p:cNvPr id="12" name="concept card"/>
          <p:cNvSpPr/>
          <p:nvPr/>
        </p:nvSpPr>
        <p:spPr>
          <a:xfrm>
            <a:off x="4937760" y="2926080"/>
            <a:ext cx="3749040" cy="7315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20640" y="30175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120640" y="3319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and pipelining</a:t>
            </a:r>
            <a:endParaRPr lang="en-US" sz="1300" dirty="0"/>
          </a:p>
        </p:txBody>
      </p:sp>
      <p:sp>
        <p:nvSpPr>
          <p:cNvPr id="15" name="concept card"/>
          <p:cNvSpPr/>
          <p:nvPr/>
        </p:nvSpPr>
        <p:spPr>
          <a:xfrm>
            <a:off x="4937760" y="3794760"/>
            <a:ext cx="3749040" cy="7315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20640" y="3886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prediction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120640" y="4187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f4 is a compare chain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architecture concept shows up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640080"/>
                <a:gridCol w="5120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 law (IC × CPI × clock)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 114 → 6 per activation; CPI alone misleads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Amdahl's law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YOLOv8n ≈ 1.1× on a scalar core; 2.5–2.7× if MACs are 16× faster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 design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Custom-0 R-type, rd = f4(rs1), 16-bit Q6.10 operand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Structural / data hazards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Unpipelined 5-cycle unit is slower than integer C out-of-order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In-order vs out-of-order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24× vs 36× over expf; OoO hides any latency if pipelined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prediction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f4: 0.41 mispredicts per activation, +3.4 / +5.4 cycles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hierarchy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 loses 35% at a 512 B L1D; instruction needs no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approximation: six segments, no multiplier</a:t>
            </a:r>
            <a:endParaRPr lang="en-US" sz="2600" dirty="0"/>
          </a:p>
        </p:txBody>
      </p:sp>
      <p:sp>
        <p:nvSpPr>
          <p:cNvPr id="4" name="equation panel"/>
          <p:cNvSpPr/>
          <p:nvPr/>
        </p:nvSpPr>
        <p:spPr>
          <a:xfrm>
            <a:off x="457200" y="1188720"/>
            <a:ext cx="4572000" cy="32004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37160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≤ −4:        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−4 &lt; x ≤ −1:   −x/16 − 0.375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 &lt; x ≤ 0:    x/4 − 0.037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&lt; x ≤ 1:     3x/4 − 0.037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&lt; x ≤ 4:     x + x/16 − 0.375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&gt; 4:         x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6576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are arithmetic shifts. No multiplier, no table, no memory.</a:t>
            </a:r>
            <a:endParaRPr lang="en-US" sz="1400" dirty="0"/>
          </a:p>
        </p:txBody>
      </p:sp>
      <p:sp>
        <p:nvSpPr>
          <p:cNvPr id="7" name="stat card"/>
          <p:cNvSpPr/>
          <p:nvPr/>
        </p:nvSpPr>
        <p:spPr>
          <a:xfrm>
            <a:off x="5394960" y="1188720"/>
            <a:ext cx="160020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532120" y="129844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0.028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193852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abs. error on (−4,4)</a:t>
            </a:r>
            <a:endParaRPr lang="en-US" sz="1200" dirty="0"/>
          </a:p>
        </p:txBody>
      </p:sp>
      <p:sp>
        <p:nvSpPr>
          <p:cNvPr id="10" name="stat card"/>
          <p:cNvSpPr/>
          <p:nvPr/>
        </p:nvSpPr>
        <p:spPr>
          <a:xfrm>
            <a:off x="7086600" y="1188720"/>
            <a:ext cx="160020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223760" y="129844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0.072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93852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error at the edges</a:t>
            </a:r>
            <a:endParaRPr lang="en-US" sz="1200" dirty="0"/>
          </a:p>
        </p:txBody>
      </p:sp>
      <p:sp>
        <p:nvSpPr>
          <p:cNvPr id="13" name="stat card"/>
          <p:cNvSpPr/>
          <p:nvPr/>
        </p:nvSpPr>
        <p:spPr>
          <a:xfrm>
            <a:off x="5394960" y="2606040"/>
            <a:ext cx="160020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32120" y="271576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5532120" y="335584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elements, 0 multipliers</a:t>
            </a:r>
            <a:endParaRPr lang="en-US" sz="1200" dirty="0"/>
          </a:p>
        </p:txBody>
      </p:sp>
      <p:sp>
        <p:nvSpPr>
          <p:cNvPr id="16" name="stat card"/>
          <p:cNvSpPr/>
          <p:nvPr/>
        </p:nvSpPr>
        <p:spPr>
          <a:xfrm>
            <a:off x="7086600" y="2606040"/>
            <a:ext cx="160020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223760" y="271576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8.06 ns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0" y="335584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delay (Quartus)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4023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on all 65,536 inputs: RTL, C, PyTorch and the gem5 instruction agree with the golden model, 0 mismatches.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Synthesis delay to gem5 latency, by script</a:t>
            </a:r>
            <a:endParaRPr lang="en-US" sz="2600" dirty="0"/>
          </a:p>
        </p:txBody>
      </p:sp>
      <p:sp>
        <p:nvSpPr>
          <p:cNvPr id="4" name="flow box 1"/>
          <p:cNvSpPr/>
          <p:nvPr/>
        </p:nvSpPr>
        <p:spPr>
          <a:xfrm>
            <a:off x="457200" y="1371600"/>
            <a:ext cx="1828800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4813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8928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silu.v, combinational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1691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flow box 2"/>
          <p:cNvSpPr/>
          <p:nvPr/>
        </p:nvSpPr>
        <p:spPr>
          <a:xfrm>
            <a:off x="2606040" y="1371600"/>
            <a:ext cx="1828800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697480" y="14813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Quartus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697480" y="18928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8.058 ns, 191 LEs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434840" y="1691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flow box 3"/>
          <p:cNvSpPr/>
          <p:nvPr/>
        </p:nvSpPr>
        <p:spPr>
          <a:xfrm>
            <a:off x="4754880" y="1371600"/>
            <a:ext cx="1828800" cy="1097280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46320" y="14813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run_gem5.py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846320" y="18928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= ceil(d / T)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0" y="1691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flow box 4"/>
          <p:cNvSpPr/>
          <p:nvPr/>
        </p:nvSpPr>
        <p:spPr>
          <a:xfrm>
            <a:off x="6903720" y="1371600"/>
            <a:ext cx="1828800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95160" y="14813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995160" y="18928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op class + own FU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28346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at each clock (8.058 ns delay)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MHz → 1 cycle    200 MHz → 2    500 MHz → 5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GHz → 12 stages (pipelined) or 9 cycles (multi-cycle)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577840" y="28346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Custom-0 opcode 0x0B, rd = f4(rs1). Same binaries run on MinorCPU (in-order) and O3CPU (out-of-order). 296 gem5 runs.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 law: the loop is 24–36× faster than expf</a:t>
            </a:r>
            <a:endParaRPr lang="en-US" sz="2600" dirty="0"/>
          </a:p>
        </p:txBody>
      </p:sp>
      <p:pic>
        <p:nvPicPr>
          <p:cNvPr id="4" name="Image 0" descr="Cycles per activation for five variants on two c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4754880" cy="2523744"/>
          </a:xfrm>
          <a:prstGeom prst="rect">
            <a:avLst/>
          </a:prstGeom>
        </p:spPr>
      </p:pic>
      <p:sp>
        <p:nvSpPr>
          <p:cNvPr id="5" name="stat card"/>
          <p:cNvSpPr/>
          <p:nvPr/>
        </p:nvSpPr>
        <p:spPr>
          <a:xfrm>
            <a:off x="5486400" y="1143000"/>
            <a:ext cx="160020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623560" y="125272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24×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5623560" y="189280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expf, in-order</a:t>
            </a:r>
            <a:endParaRPr lang="en-US" sz="1200" dirty="0"/>
          </a:p>
        </p:txBody>
      </p:sp>
      <p:sp>
        <p:nvSpPr>
          <p:cNvPr id="8" name="stat card"/>
          <p:cNvSpPr/>
          <p:nvPr/>
        </p:nvSpPr>
        <p:spPr>
          <a:xfrm>
            <a:off x="7086600" y="1143000"/>
            <a:ext cx="160020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223760" y="125272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36×</a:t>
            </a:r>
            <a:endParaRPr lang="en-US" sz="3200" dirty="0"/>
          </a:p>
        </p:txBody>
      </p:sp>
      <p:sp>
        <p:nvSpPr>
          <p:cNvPr id="10" name="Text 6"/>
          <p:cNvSpPr txBox="1"/>
          <p:nvPr/>
        </p:nvSpPr>
        <p:spPr>
          <a:xfrm>
            <a:off x="7223760" y="189280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expf, out-of-order</a:t>
            </a:r>
            <a:endParaRPr lang="en-US" sz="1200" dirty="0"/>
          </a:p>
        </p:txBody>
      </p:sp>
      <p:sp>
        <p:nvSpPr>
          <p:cNvPr id="11" name="stat card"/>
          <p:cNvSpPr/>
          <p:nvPr/>
        </p:nvSpPr>
        <p:spPr>
          <a:xfrm>
            <a:off x="5486400" y="2514600"/>
            <a:ext cx="160020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623560" y="262432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2.4×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5623560" y="326440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integer f4, in-order</a:t>
            </a:r>
            <a:endParaRPr lang="en-US" sz="1200" dirty="0"/>
          </a:p>
        </p:txBody>
      </p:sp>
      <p:sp>
        <p:nvSpPr>
          <p:cNvPr id="14" name="stat card"/>
          <p:cNvSpPr/>
          <p:nvPr/>
        </p:nvSpPr>
        <p:spPr>
          <a:xfrm>
            <a:off x="7086600" y="2514600"/>
            <a:ext cx="160020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223760" y="262432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3.7×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7223760" y="326440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integer f4, out-of-order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instructions per activation (5 are loop overhead) vs 12.8 for integer f4 and 114 for expf. Out-of-order reaches 1.03 cycles: the front end is the limit. CPI alone misleads: in-order CPI rises vs the table (1.17 vs 1.00) yet it is 3× faster.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Hazards: pipeline the unit for out-of-order</a:t>
            </a:r>
            <a:endParaRPr lang="en-US" sz="2600" dirty="0"/>
          </a:p>
        </p:txBody>
      </p:sp>
      <p:pic>
        <p:nvPicPr>
          <p:cNvPr id="4" name="Image 0" descr="Cycles per activation vs unit latenc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20954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4343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Out-of-order: pipelined hides every latency to 16 cycles (1.03). Unpipelined 5-cycle unit at 500 MHz is 0.76× the speed of integer f4.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clock means more cycles of latency</a:t>
            </a:r>
            <a:endParaRPr lang="en-US" sz="2600" dirty="0"/>
          </a:p>
        </p:txBody>
      </p:sp>
      <p:pic>
        <p:nvPicPr>
          <p:cNvPr id="4" name="Image 0" descr="Wall-clock time per activation vs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1071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4526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Clocks above about 123 MHz extrapolate an FPGA slow-corner delay: illustrative.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 prediction flatters sorted inputs</a:t>
            </a:r>
            <a:endParaRPr lang="en-US" sz="2600" dirty="0"/>
          </a:p>
        </p:txBody>
      </p:sp>
      <p:pic>
        <p:nvPicPr>
          <p:cNvPr id="4" name="Image 0" descr="Sorted vs shuffled inpu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394960" cy="2103120"/>
          </a:xfrm>
          <a:prstGeom prst="rect">
            <a:avLst/>
          </a:prstGeom>
        </p:spPr>
      </p:pic>
      <p:sp>
        <p:nvSpPr>
          <p:cNvPr id="5" name="stat card"/>
          <p:cNvSpPr/>
          <p:nvPr/>
        </p:nvSpPr>
        <p:spPr>
          <a:xfrm>
            <a:off x="6126480" y="1097280"/>
            <a:ext cx="128016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263640" y="12070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0.41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6263640" y="184708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mispredicts per activation (f4)</a:t>
            </a:r>
            <a:endParaRPr lang="en-US" sz="1200" dirty="0"/>
          </a:p>
        </p:txBody>
      </p:sp>
      <p:sp>
        <p:nvSpPr>
          <p:cNvPr id="8" name="stat card"/>
          <p:cNvSpPr/>
          <p:nvPr/>
        </p:nvSpPr>
        <p:spPr>
          <a:xfrm>
            <a:off x="7498080" y="1097280"/>
            <a:ext cx="118872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635240" y="12070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9.0×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18470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vs f4, OoO, shuffled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4747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and the instruction have no data-dependent branch. With shuffled data the OoO core takes 9.2 cycles for software f4 and 1.03 for the instruction: much of the gap is removed mispredictions, not just fewer instructions.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Controls: code placement and cache pressure</a:t>
            </a:r>
            <a:endParaRPr lang="en-US" sz="2600" dirty="0"/>
          </a:p>
        </p:txBody>
      </p:sp>
      <p:pic>
        <p:nvPicPr>
          <p:cNvPr id="4" name="Image 0" descr="Cycles per activation vs L1D siz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394960" cy="2103120"/>
          </a:xfrm>
          <a:prstGeom prst="rect">
            <a:avLst/>
          </a:prstGeom>
        </p:spPr>
      </p:pic>
      <p:sp>
        <p:nvSpPr>
          <p:cNvPr id="5" name="stat card"/>
          <p:cNvSpPr/>
          <p:nvPr/>
        </p:nvSpPr>
        <p:spPr>
          <a:xfrm>
            <a:off x="6126480" y="1097280"/>
            <a:ext cx="256032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263640" y="120700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1–4 cycles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6263640" y="18470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OoO instruction loop swings with code alignment alone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noise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 ±1–3 cycles between cheap variants are not conclusions. Only expf is cleanly separated in the conv layer.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Shrinking L1D to 512 B costs the table 35% in-order, 21% OoO; ≥1 kB costs ≤3%. The win over the table is mainly instruction count.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YOLOv8n: accuracy cost is within noise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914400"/>
                <a:gridCol w="100584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mAP50–95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SiLU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exact, Q6.10 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 (strict 16-bit)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257-entry table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Distribution of activation inpu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188720"/>
            <a:ext cx="3108960" cy="150876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457200" y="36576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drop is Q6.10 rounding itself. f4 adds about 0.0015 mAP50–95, below the noise of 128 images.</a:t>
            </a:r>
            <a:endParaRPr lang="en-US" sz="1400" dirty="0"/>
          </a:p>
        </p:txBody>
      </p:sp>
      <p:sp>
        <p:nvSpPr>
          <p:cNvPr id="7" name="Text 2"/>
          <p:cNvSpPr txBox="1"/>
          <p:nvPr/>
        </p:nvSpPr>
        <p:spPr>
          <a:xfrm>
            <a:off x="5577840" y="28803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8.8% of real activation inputs fall outside [−4,4], so the tails matter in a real model.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Amdahl: small on scalar cores, large with fast MACs</a:t>
            </a:r>
            <a:endParaRPr lang="en-US" sz="2600" dirty="0"/>
          </a:p>
        </p:txBody>
      </p:sp>
      <p:pic>
        <p:nvPicPr>
          <p:cNvPr id="4" name="Image 0" descr="Whole-network speedup vs MAC accele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394960" cy="2103120"/>
          </a:xfrm>
          <a:prstGeom prst="rect">
            <a:avLst/>
          </a:prstGeom>
        </p:spPr>
      </p:pic>
      <p:sp>
        <p:nvSpPr>
          <p:cNvPr id="5" name="stat card"/>
          <p:cNvSpPr/>
          <p:nvPr/>
        </p:nvSpPr>
        <p:spPr>
          <a:xfrm>
            <a:off x="6126480" y="1097280"/>
            <a:ext cx="128016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263640" y="12070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1.1×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6263640" y="184708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expf, scalar core</a:t>
            </a:r>
            <a:endParaRPr lang="en-US" sz="1200" dirty="0"/>
          </a:p>
        </p:txBody>
      </p:sp>
      <p:sp>
        <p:nvSpPr>
          <p:cNvPr id="8" name="stat card"/>
          <p:cNvSpPr/>
          <p:nvPr/>
        </p:nvSpPr>
        <p:spPr>
          <a:xfrm>
            <a:off x="7498080" y="1097280"/>
            <a:ext cx="118872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635240" y="12070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1.01×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18470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integer f4</a:t>
            </a:r>
            <a:endParaRPr lang="en-US" sz="1200" dirty="0"/>
          </a:p>
        </p:txBody>
      </p:sp>
      <p:sp>
        <p:nvSpPr>
          <p:cNvPr id="11" name="stat card"/>
          <p:cNvSpPr/>
          <p:nvPr/>
        </p:nvSpPr>
        <p:spPr>
          <a:xfrm>
            <a:off x="6126480" y="2514600"/>
            <a:ext cx="256032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63640" y="26243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2.5–2.7×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263640" y="32644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expf if MACs are 16× faster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347472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 matters when the multiply-accumulate part is accelerated, not on a scalar core.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188720"/>
            <a:ext cx="7863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24–36× on the loop vs expf, but 2.4–3.7× vs integer 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~1.1× whole network on a scalar core; 2.5–2.7× if MACs are 16× faster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pipelined for out-of-order; unpipelined it is slower than integer 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is derived from synthesis by script, not typed by hand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cost beyond Q6.10 rounding ≈ 0.0015 mAP50–95 (128 images)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</a:t>
            </a:r>
            <a:pPr indent="0" marL="0">
              <a:buNone/>
            </a:pPr>
            <a:r>
              <a:rPr lang="en-US" sz="1400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loop and one scalar conv layer; ±1–3 cycle placement noise; FPGA slow-corner delay; 0.3 ns/stage assumed. Future work: GPU (Vortex) comparison.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repository: &lt;link&gt;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Multiplier-Less SiLU Custom Instruction for RISC-V</dc:title>
  <dc:subject>PptxGenJS Presentation</dc:subject>
  <dc:creator>Ayush Krishna, Vrinda Pandey, Tanvee Chintala, Chandni Srivastava, Eswar Sesha Sai</dc:creator>
  <cp:lastModifiedBy>Ayush Krishna, Vrinda Pandey, Tanvee Chintala, Chandni Srivastava, Eswar Sesha Sai</cp:lastModifiedBy>
  <cp:revision>1</cp:revision>
  <dcterms:created xsi:type="dcterms:W3CDTF">2026-10-23T20:03:57Z</dcterms:created>
  <dcterms:modified xsi:type="dcterms:W3CDTF">2026-10-23T20:03:57Z</dcterms:modified>
</cp:coreProperties>
</file>